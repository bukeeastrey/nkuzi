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receptor, then the heart, then the kidney. Stress that renin is why blood pressure 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 heart failure evidence is only for three drugs.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Beta blocker overdose causes severe bradycardia and hypotension. Glucagon is the specific antidote. Atropine and intravenous fluids are given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Beta Blockers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Pharmacology study group</a:t>
            </a:r>
          </a:p>
          <a:p>
            <a:r>
              <a:t>Cardiovascular drugs,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Mechanism of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beta-adrenergic receptors, competing with adrenaline and noradrenaline</a:t>
            </a:r>
          </a:p>
          <a:p>
            <a:r>
              <a:t>Beta-1 blockade in the heart lowers heart rate and contractility</a:t>
            </a:r>
          </a:p>
          <a:p>
            <a:r>
              <a:t>Reduce renin release from the kidney, which lowers blood pressure</a:t>
            </a:r>
          </a:p>
          <a:p>
            <a:r>
              <a:t>Slow conduction through the AV node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Non-selective (beta-1 and beta-2): propranolol, timolol</a:t>
            </a:r>
          </a:p>
          <a:p>
            <a:r>
              <a:t>Cardioselective (beta-1): atenolol, metoprolol, bisoprolol</a:t>
            </a:r>
          </a:p>
          <a:p>
            <a:r>
              <a:t>With alpha-blocking activity: carvedilol, labetalol</a:t>
            </a:r>
          </a:p>
          <a:p>
            <a:r>
              <a:t>Cardioselectivity is lost at high doses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Angina, and after myocardial infarction to reduce mortality</a:t>
            </a:r>
          </a:p>
          <a:p>
            <a:r>
              <a:t>Stable heart failure: bisoprolol, carvedilol, metoprolol succinate</a:t>
            </a:r>
          </a:p>
          <a:p>
            <a:r>
              <a:t>Rate control in atrial fibrillation</a:t>
            </a:r>
          </a:p>
          <a:p>
            <a:r>
              <a:t>Propranolol for migraine prophylaxis, essential tremor and thyrotoxicosis</a:t>
            </a:r>
          </a:p>
          <a:p>
            <a:r>
              <a:t>Timolol eye drops for glaucoma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Adverse effects and contraindications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Bradycardia, hypotension, fatigue and cold extremities</a:t>
            </a:r>
          </a:p>
          <a:p>
            <a:r>
              <a:t>Bronchospasm: non-selective agents are contraindicated in asthma</a:t>
            </a:r>
          </a:p>
          <a:p>
            <a:r>
              <a:t>Can mask the warning signs of hypoglycaemia in diabetics</a:t>
            </a:r>
          </a:p>
          <a:p>
            <a:r>
              <a:t>Never stop abruptly: risk of rebound tachycardia and angina</a:t>
            </a:r>
          </a:p>
          <a:p>
            <a:r>
              <a:t>Avoid in second or third degree heart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drugs and doses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rPr sz="160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Selectivity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Usual daily dose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Propranolol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Non-selective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80-320 mg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Atenolol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Beta-1 selective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25-100 mg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Bisoprolol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Beta-1 selective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2.5-10 mg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Overdose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